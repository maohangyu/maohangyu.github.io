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2159952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2" userDrawn="1">
          <p15:clr>
            <a:srgbClr val="A4A3A4"/>
          </p15:clr>
        </p15:guide>
        <p15:guide id="2" pos="6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BE5D6"/>
    <a:srgbClr val="6D8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1398"/>
      </p:cViewPr>
      <p:guideLst>
        <p:guide orient="horz" pos="1702"/>
        <p:guide pos="6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883861"/>
            <a:ext cx="16199644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2836605"/>
            <a:ext cx="16199644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8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2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346419"/>
            <a:ext cx="1862959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3614203"/>
            <a:ext cx="1862959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7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437680"/>
            <a:ext cx="9179798" cy="34266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437680"/>
            <a:ext cx="9179798" cy="342667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38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87536"/>
            <a:ext cx="18629590" cy="104388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323916"/>
            <a:ext cx="913761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1972747"/>
            <a:ext cx="9137611" cy="29016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323916"/>
            <a:ext cx="9182611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1972747"/>
            <a:ext cx="9182611" cy="29016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4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2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360045"/>
            <a:ext cx="696640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777597"/>
            <a:ext cx="1093476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620202"/>
            <a:ext cx="696640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6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360045"/>
            <a:ext cx="6966408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777597"/>
            <a:ext cx="1093476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1620202"/>
            <a:ext cx="6966408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2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1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287536"/>
            <a:ext cx="4657398" cy="45768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287536"/>
            <a:ext cx="13702199" cy="457682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287536"/>
            <a:ext cx="1862959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437680"/>
            <a:ext cx="1862959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5005626"/>
            <a:ext cx="485989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E4ED7-7F9A-4A0F-BEDD-0C7D9B4E0985}" type="datetimeFigureOut">
              <a:rPr lang="en-US" smtClean="0"/>
              <a:t>11/3/2022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5005626"/>
            <a:ext cx="728984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5005626"/>
            <a:ext cx="485989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3493D-FBF5-403C-BA78-E9CEA9890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24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74000">
              <a:schemeClr val="tx1">
                <a:lumMod val="50000"/>
                <a:lumOff val="50000"/>
              </a:schemeClr>
            </a:gs>
            <a:gs pos="83000">
              <a:schemeClr val="tx1">
                <a:lumMod val="50000"/>
                <a:lumOff val="50000"/>
              </a:schemeClr>
            </a:gs>
            <a:gs pos="10000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0">
            <a:extLst>
              <a:ext uri="{FF2B5EF4-FFF2-40B4-BE49-F238E27FC236}">
                <a16:creationId xmlns:a16="http://schemas.microsoft.com/office/drawing/2014/main" id="{D52670FF-387C-42C8-84D2-52C585568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91" y="449725"/>
            <a:ext cx="8292610" cy="4567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圆角矩形 122">
                <a:extLst>
                  <a:ext uri="{FF2B5EF4-FFF2-40B4-BE49-F238E27FC236}">
                    <a16:creationId xmlns:a16="http://schemas.microsoft.com/office/drawing/2014/main" id="{67F04158-B27C-415E-94F9-BCD82A431105}"/>
                  </a:ext>
                </a:extLst>
              </p:cNvPr>
              <p:cNvSpPr/>
              <p:nvPr/>
            </p:nvSpPr>
            <p:spPr>
              <a:xfrm>
                <a:off x="13002160" y="723694"/>
                <a:ext cx="1382751" cy="68022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000" b="1" dirty="0">
                    <a:solidFill>
                      <a:schemeClr val="tx1"/>
                    </a:solidFill>
                  </a:rPr>
                  <a:t>智能体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2" name="圆角矩形 122">
                <a:extLst>
                  <a:ext uri="{FF2B5EF4-FFF2-40B4-BE49-F238E27FC236}">
                    <a16:creationId xmlns:a16="http://schemas.microsoft.com/office/drawing/2014/main" id="{67F04158-B27C-415E-94F9-BCD82A431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2160" y="723694"/>
                <a:ext cx="1382751" cy="6802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圆角矩形 123">
                <a:extLst>
                  <a:ext uri="{FF2B5EF4-FFF2-40B4-BE49-F238E27FC236}">
                    <a16:creationId xmlns:a16="http://schemas.microsoft.com/office/drawing/2014/main" id="{AAFAA626-ACEA-4609-A28C-8F61F531C4EF}"/>
                  </a:ext>
                </a:extLst>
              </p:cNvPr>
              <p:cNvSpPr/>
              <p:nvPr/>
            </p:nvSpPr>
            <p:spPr>
              <a:xfrm>
                <a:off x="13002160" y="1646803"/>
                <a:ext cx="1382751" cy="68022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000" b="1" dirty="0">
                    <a:solidFill>
                      <a:schemeClr val="tx1"/>
                    </a:solidFill>
                  </a:rPr>
                  <a:t>智能体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3" name="圆角矩形 123">
                <a:extLst>
                  <a:ext uri="{FF2B5EF4-FFF2-40B4-BE49-F238E27FC236}">
                    <a16:creationId xmlns:a16="http://schemas.microsoft.com/office/drawing/2014/main" id="{AAFAA626-ACEA-4609-A28C-8F61F531C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2160" y="1646803"/>
                <a:ext cx="1382751" cy="68022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圆角矩形 124">
                <a:extLst>
                  <a:ext uri="{FF2B5EF4-FFF2-40B4-BE49-F238E27FC236}">
                    <a16:creationId xmlns:a16="http://schemas.microsoft.com/office/drawing/2014/main" id="{8969E2BD-49DD-48C4-9152-D02606D2A2F7}"/>
                  </a:ext>
                </a:extLst>
              </p:cNvPr>
              <p:cNvSpPr/>
              <p:nvPr/>
            </p:nvSpPr>
            <p:spPr>
              <a:xfrm>
                <a:off x="13002158" y="4008853"/>
                <a:ext cx="1382751" cy="68022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000" b="1" dirty="0">
                    <a:solidFill>
                      <a:schemeClr val="tx1"/>
                    </a:solidFill>
                  </a:rPr>
                  <a:t>智能体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4" name="圆角矩形 124">
                <a:extLst>
                  <a:ext uri="{FF2B5EF4-FFF2-40B4-BE49-F238E27FC236}">
                    <a16:creationId xmlns:a16="http://schemas.microsoft.com/office/drawing/2014/main" id="{8969E2BD-49DD-48C4-9152-D02606D2A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2158" y="4008853"/>
                <a:ext cx="1382751" cy="68022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圆角矩形 125">
                <a:extLst>
                  <a:ext uri="{FF2B5EF4-FFF2-40B4-BE49-F238E27FC236}">
                    <a16:creationId xmlns:a16="http://schemas.microsoft.com/office/drawing/2014/main" id="{EEBBB442-F9AF-4764-813E-ADC6444343DB}"/>
                  </a:ext>
                </a:extLst>
              </p:cNvPr>
              <p:cNvSpPr/>
              <p:nvPr/>
            </p:nvSpPr>
            <p:spPr>
              <a:xfrm>
                <a:off x="13002158" y="2827828"/>
                <a:ext cx="1382751" cy="68022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2000" b="1" dirty="0">
                    <a:solidFill>
                      <a:schemeClr val="tx1"/>
                    </a:solidFill>
                  </a:rPr>
                  <a:t>智能体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5" name="圆角矩形 125">
                <a:extLst>
                  <a:ext uri="{FF2B5EF4-FFF2-40B4-BE49-F238E27FC236}">
                    <a16:creationId xmlns:a16="http://schemas.microsoft.com/office/drawing/2014/main" id="{EEBBB442-F9AF-4764-813E-ADC6444343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2158" y="2827828"/>
                <a:ext cx="1382751" cy="68022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文本框 7">
            <a:extLst>
              <a:ext uri="{FF2B5EF4-FFF2-40B4-BE49-F238E27FC236}">
                <a16:creationId xmlns:a16="http://schemas.microsoft.com/office/drawing/2014/main" id="{2868548C-9414-4F48-97AE-E24FCB077BAF}"/>
              </a:ext>
            </a:extLst>
          </p:cNvPr>
          <p:cNvSpPr txBox="1"/>
          <p:nvPr/>
        </p:nvSpPr>
        <p:spPr>
          <a:xfrm>
            <a:off x="13530406" y="2362594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5597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195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6792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82390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27987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73585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19182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64780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…</a:t>
            </a:r>
          </a:p>
        </p:txBody>
      </p:sp>
      <p:sp>
        <p:nvSpPr>
          <p:cNvPr id="187" name="文本框 8">
            <a:extLst>
              <a:ext uri="{FF2B5EF4-FFF2-40B4-BE49-F238E27FC236}">
                <a16:creationId xmlns:a16="http://schemas.microsoft.com/office/drawing/2014/main" id="{D496EA68-38E2-46AC-AFDA-54EA178C1BAF}"/>
              </a:ext>
            </a:extLst>
          </p:cNvPr>
          <p:cNvSpPr txBox="1"/>
          <p:nvPr/>
        </p:nvSpPr>
        <p:spPr>
          <a:xfrm>
            <a:off x="13530406" y="3534178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5597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195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6792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82390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27987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73585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19182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64780" algn="l" defTabSz="691195" rtl="0" eaLnBrk="1" latinLnBrk="0" hangingPunct="1">
              <a:defRPr sz="13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…</a:t>
            </a:r>
          </a:p>
        </p:txBody>
      </p:sp>
      <p:cxnSp>
        <p:nvCxnSpPr>
          <p:cNvPr id="188" name="肘形连接符 128">
            <a:extLst>
              <a:ext uri="{FF2B5EF4-FFF2-40B4-BE49-F238E27FC236}">
                <a16:creationId xmlns:a16="http://schemas.microsoft.com/office/drawing/2014/main" id="{84067BB3-D4C1-477B-B8FA-C4CEB9983290}"/>
              </a:ext>
            </a:extLst>
          </p:cNvPr>
          <p:cNvCxnSpPr>
            <a:cxnSpLocks/>
            <a:stCxn id="182" idx="3"/>
          </p:cNvCxnSpPr>
          <p:nvPr/>
        </p:nvCxnSpPr>
        <p:spPr>
          <a:xfrm>
            <a:off x="14384911" y="1063806"/>
            <a:ext cx="2592411" cy="163653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肘形连接符 129">
            <a:extLst>
              <a:ext uri="{FF2B5EF4-FFF2-40B4-BE49-F238E27FC236}">
                <a16:creationId xmlns:a16="http://schemas.microsoft.com/office/drawing/2014/main" id="{6272A690-FFED-4350-AE54-5DC1ED58E0F3}"/>
              </a:ext>
            </a:extLst>
          </p:cNvPr>
          <p:cNvCxnSpPr>
            <a:cxnSpLocks/>
            <a:stCxn id="183" idx="3"/>
          </p:cNvCxnSpPr>
          <p:nvPr/>
        </p:nvCxnSpPr>
        <p:spPr>
          <a:xfrm>
            <a:off x="14384911" y="1986915"/>
            <a:ext cx="2592411" cy="71342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肘形连接符 130">
            <a:extLst>
              <a:ext uri="{FF2B5EF4-FFF2-40B4-BE49-F238E27FC236}">
                <a16:creationId xmlns:a16="http://schemas.microsoft.com/office/drawing/2014/main" id="{F1A98040-CEF4-4435-AAE8-A0B38DD2961F}"/>
              </a:ext>
            </a:extLst>
          </p:cNvPr>
          <p:cNvCxnSpPr>
            <a:cxnSpLocks/>
            <a:stCxn id="185" idx="3"/>
          </p:cNvCxnSpPr>
          <p:nvPr/>
        </p:nvCxnSpPr>
        <p:spPr>
          <a:xfrm flipV="1">
            <a:off x="14384909" y="2700337"/>
            <a:ext cx="2592413" cy="46760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肘形连接符 131">
            <a:extLst>
              <a:ext uri="{FF2B5EF4-FFF2-40B4-BE49-F238E27FC236}">
                <a16:creationId xmlns:a16="http://schemas.microsoft.com/office/drawing/2014/main" id="{47245CB1-C090-4E5F-ADFE-BE45EF225F18}"/>
              </a:ext>
            </a:extLst>
          </p:cNvPr>
          <p:cNvCxnSpPr>
            <a:cxnSpLocks/>
            <a:stCxn id="184" idx="3"/>
          </p:cNvCxnSpPr>
          <p:nvPr/>
        </p:nvCxnSpPr>
        <p:spPr>
          <a:xfrm flipV="1">
            <a:off x="14384909" y="2700337"/>
            <a:ext cx="2592413" cy="164862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肘形连接符 132">
            <a:extLst>
              <a:ext uri="{FF2B5EF4-FFF2-40B4-BE49-F238E27FC236}">
                <a16:creationId xmlns:a16="http://schemas.microsoft.com/office/drawing/2014/main" id="{F2C449C3-BB70-4819-A9A1-633127CE2ADF}"/>
              </a:ext>
            </a:extLst>
          </p:cNvPr>
          <p:cNvCxnSpPr>
            <a:cxnSpLocks/>
            <a:endCxn id="184" idx="1"/>
          </p:cNvCxnSpPr>
          <p:nvPr/>
        </p:nvCxnSpPr>
        <p:spPr>
          <a:xfrm flipH="1">
            <a:off x="13002158" y="2700337"/>
            <a:ext cx="5539734" cy="1648628"/>
          </a:xfrm>
          <a:prstGeom prst="bentConnector5">
            <a:avLst>
              <a:gd name="adj1" fmla="val -28607"/>
              <a:gd name="adj2" fmla="val 134496"/>
              <a:gd name="adj3" fmla="val 11222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肘形连接符 133">
            <a:extLst>
              <a:ext uri="{FF2B5EF4-FFF2-40B4-BE49-F238E27FC236}">
                <a16:creationId xmlns:a16="http://schemas.microsoft.com/office/drawing/2014/main" id="{BCDA0B0D-71FF-4AB9-B5DD-A15A4E45EE19}"/>
              </a:ext>
            </a:extLst>
          </p:cNvPr>
          <p:cNvCxnSpPr>
            <a:cxnSpLocks/>
            <a:endCxn id="185" idx="1"/>
          </p:cNvCxnSpPr>
          <p:nvPr/>
        </p:nvCxnSpPr>
        <p:spPr>
          <a:xfrm flipH="1">
            <a:off x="13002158" y="2700337"/>
            <a:ext cx="5539734" cy="467603"/>
          </a:xfrm>
          <a:prstGeom prst="bentConnector5">
            <a:avLst>
              <a:gd name="adj1" fmla="val -28607"/>
              <a:gd name="adj2" fmla="val 474193"/>
              <a:gd name="adj3" fmla="val 11222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肘形连接符 134">
            <a:extLst>
              <a:ext uri="{FF2B5EF4-FFF2-40B4-BE49-F238E27FC236}">
                <a16:creationId xmlns:a16="http://schemas.microsoft.com/office/drawing/2014/main" id="{C84357F7-3BE1-4677-95CE-EB9D8B1AEAB2}"/>
              </a:ext>
            </a:extLst>
          </p:cNvPr>
          <p:cNvCxnSpPr>
            <a:cxnSpLocks/>
            <a:endCxn id="183" idx="1"/>
          </p:cNvCxnSpPr>
          <p:nvPr/>
        </p:nvCxnSpPr>
        <p:spPr>
          <a:xfrm flipH="1" flipV="1">
            <a:off x="13002160" y="1986915"/>
            <a:ext cx="5539732" cy="713422"/>
          </a:xfrm>
          <a:prstGeom prst="bentConnector5">
            <a:avLst>
              <a:gd name="adj1" fmla="val -28607"/>
              <a:gd name="adj2" fmla="val 310803"/>
              <a:gd name="adj3" fmla="val 11206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肘形连接符 135">
            <a:extLst>
              <a:ext uri="{FF2B5EF4-FFF2-40B4-BE49-F238E27FC236}">
                <a16:creationId xmlns:a16="http://schemas.microsoft.com/office/drawing/2014/main" id="{271083F6-4CF8-4647-926D-391EB5A2135D}"/>
              </a:ext>
            </a:extLst>
          </p:cNvPr>
          <p:cNvCxnSpPr>
            <a:cxnSpLocks/>
            <a:endCxn id="182" idx="1"/>
          </p:cNvCxnSpPr>
          <p:nvPr/>
        </p:nvCxnSpPr>
        <p:spPr>
          <a:xfrm flipH="1" flipV="1">
            <a:off x="13002160" y="1063806"/>
            <a:ext cx="5539732" cy="1636531"/>
          </a:xfrm>
          <a:prstGeom prst="bentConnector5">
            <a:avLst>
              <a:gd name="adj1" fmla="val -28607"/>
              <a:gd name="adj2" fmla="val 135490"/>
              <a:gd name="adj3" fmla="val 11206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本框 46">
                <a:extLst>
                  <a:ext uri="{FF2B5EF4-FFF2-40B4-BE49-F238E27FC236}">
                    <a16:creationId xmlns:a16="http://schemas.microsoft.com/office/drawing/2014/main" id="{EBDA4B58-90AE-4EE2-88D0-3E0F09659621}"/>
                  </a:ext>
                </a:extLst>
              </p:cNvPr>
              <p:cNvSpPr txBox="1"/>
              <p:nvPr/>
            </p:nvSpPr>
            <p:spPr>
              <a:xfrm>
                <a:off x="14745413" y="637478"/>
                <a:ext cx="4070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6" name="文本框 46">
                <a:extLst>
                  <a:ext uri="{FF2B5EF4-FFF2-40B4-BE49-F238E27FC236}">
                    <a16:creationId xmlns:a16="http://schemas.microsoft.com/office/drawing/2014/main" id="{EBDA4B58-90AE-4EE2-88D0-3E0F09659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5413" y="637478"/>
                <a:ext cx="407098" cy="369332"/>
              </a:xfrm>
              <a:prstGeom prst="rect">
                <a:avLst/>
              </a:prstGeom>
              <a:blipFill>
                <a:blip r:embed="rId7"/>
                <a:stretch>
                  <a:fillRect l="-10448" r="-746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文本框 48">
                <a:extLst>
                  <a:ext uri="{FF2B5EF4-FFF2-40B4-BE49-F238E27FC236}">
                    <a16:creationId xmlns:a16="http://schemas.microsoft.com/office/drawing/2014/main" id="{DCDD95F6-7E49-4FEF-8BF7-3EAB0F3555B4}"/>
                  </a:ext>
                </a:extLst>
              </p:cNvPr>
              <p:cNvSpPr txBox="1"/>
              <p:nvPr/>
            </p:nvSpPr>
            <p:spPr>
              <a:xfrm>
                <a:off x="14745413" y="1578516"/>
                <a:ext cx="40709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7" name="文本框 48">
                <a:extLst>
                  <a:ext uri="{FF2B5EF4-FFF2-40B4-BE49-F238E27FC236}">
                    <a16:creationId xmlns:a16="http://schemas.microsoft.com/office/drawing/2014/main" id="{DCDD95F6-7E49-4FEF-8BF7-3EAB0F355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5413" y="1578516"/>
                <a:ext cx="407098" cy="369332"/>
              </a:xfrm>
              <a:prstGeom prst="rect">
                <a:avLst/>
              </a:prstGeom>
              <a:blipFill>
                <a:blip r:embed="rId8"/>
                <a:stretch>
                  <a:fillRect l="-10448" r="-7463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本框 49">
                <a:extLst>
                  <a:ext uri="{FF2B5EF4-FFF2-40B4-BE49-F238E27FC236}">
                    <a16:creationId xmlns:a16="http://schemas.microsoft.com/office/drawing/2014/main" id="{9D16FA03-0447-40D8-8E7E-022E7A901FE4}"/>
                  </a:ext>
                </a:extLst>
              </p:cNvPr>
              <p:cNvSpPr txBox="1"/>
              <p:nvPr/>
            </p:nvSpPr>
            <p:spPr>
              <a:xfrm>
                <a:off x="14757939" y="2752289"/>
                <a:ext cx="3558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8" name="文本框 49">
                <a:extLst>
                  <a:ext uri="{FF2B5EF4-FFF2-40B4-BE49-F238E27FC236}">
                    <a16:creationId xmlns:a16="http://schemas.microsoft.com/office/drawing/2014/main" id="{9D16FA03-0447-40D8-8E7E-022E7A901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7939" y="2752289"/>
                <a:ext cx="355802" cy="369332"/>
              </a:xfrm>
              <a:prstGeom prst="rect">
                <a:avLst/>
              </a:prstGeom>
              <a:blipFill>
                <a:blip r:embed="rId9"/>
                <a:stretch>
                  <a:fillRect l="-12069" r="-10345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50">
                <a:extLst>
                  <a:ext uri="{FF2B5EF4-FFF2-40B4-BE49-F238E27FC236}">
                    <a16:creationId xmlns:a16="http://schemas.microsoft.com/office/drawing/2014/main" id="{3ABDD3DD-AA5F-4416-9C6C-457998CC3F89}"/>
                  </a:ext>
                </a:extLst>
              </p:cNvPr>
              <p:cNvSpPr txBox="1"/>
              <p:nvPr/>
            </p:nvSpPr>
            <p:spPr>
              <a:xfrm>
                <a:off x="14745413" y="3932407"/>
                <a:ext cx="44236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9" name="文本框 50">
                <a:extLst>
                  <a:ext uri="{FF2B5EF4-FFF2-40B4-BE49-F238E27FC236}">
                    <a16:creationId xmlns:a16="http://schemas.microsoft.com/office/drawing/2014/main" id="{3ABDD3DD-AA5F-4416-9C6C-457998CC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5413" y="3932407"/>
                <a:ext cx="442365" cy="369332"/>
              </a:xfrm>
              <a:prstGeom prst="rect">
                <a:avLst/>
              </a:prstGeom>
              <a:blipFill>
                <a:blip r:embed="rId10"/>
                <a:stretch>
                  <a:fillRect l="-9722" r="-8333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51">
                <a:extLst>
                  <a:ext uri="{FF2B5EF4-FFF2-40B4-BE49-F238E27FC236}">
                    <a16:creationId xmlns:a16="http://schemas.microsoft.com/office/drawing/2014/main" id="{60FC4D5A-4FE3-44DE-94DD-A0251BDB0DF1}"/>
                  </a:ext>
                </a:extLst>
              </p:cNvPr>
              <p:cNvSpPr txBox="1"/>
              <p:nvPr/>
            </p:nvSpPr>
            <p:spPr>
              <a:xfrm>
                <a:off x="12404913" y="655406"/>
                <a:ext cx="3814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0" name="文本框 51">
                <a:extLst>
                  <a:ext uri="{FF2B5EF4-FFF2-40B4-BE49-F238E27FC236}">
                    <a16:creationId xmlns:a16="http://schemas.microsoft.com/office/drawing/2014/main" id="{60FC4D5A-4FE3-44DE-94DD-A0251BDB0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913" y="655406"/>
                <a:ext cx="381450" cy="369332"/>
              </a:xfrm>
              <a:prstGeom prst="rect">
                <a:avLst/>
              </a:prstGeom>
              <a:blipFill>
                <a:blip r:embed="rId11"/>
                <a:stretch>
                  <a:fillRect l="-11111" r="-793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52">
                <a:extLst>
                  <a:ext uri="{FF2B5EF4-FFF2-40B4-BE49-F238E27FC236}">
                    <a16:creationId xmlns:a16="http://schemas.microsoft.com/office/drawing/2014/main" id="{4321FF29-C8CC-4889-BB49-EF691AB1AC8D}"/>
                  </a:ext>
                </a:extLst>
              </p:cNvPr>
              <p:cNvSpPr txBox="1"/>
              <p:nvPr/>
            </p:nvSpPr>
            <p:spPr>
              <a:xfrm>
                <a:off x="12404336" y="1013620"/>
                <a:ext cx="38145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1" name="文本框 52">
                <a:extLst>
                  <a:ext uri="{FF2B5EF4-FFF2-40B4-BE49-F238E27FC236}">
                    <a16:creationId xmlns:a16="http://schemas.microsoft.com/office/drawing/2014/main" id="{4321FF29-C8CC-4889-BB49-EF691AB1A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336" y="1013620"/>
                <a:ext cx="381450" cy="369332"/>
              </a:xfrm>
              <a:prstGeom prst="rect">
                <a:avLst/>
              </a:prstGeom>
              <a:blipFill>
                <a:blip r:embed="rId12"/>
                <a:stretch>
                  <a:fillRect l="-12903" r="-11290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70">
                <a:extLst>
                  <a:ext uri="{FF2B5EF4-FFF2-40B4-BE49-F238E27FC236}">
                    <a16:creationId xmlns:a16="http://schemas.microsoft.com/office/drawing/2014/main" id="{EFBED9A0-1ECC-4F93-B8CD-B9DB78AEA397}"/>
                  </a:ext>
                </a:extLst>
              </p:cNvPr>
              <p:cNvSpPr txBox="1"/>
              <p:nvPr/>
            </p:nvSpPr>
            <p:spPr>
              <a:xfrm>
                <a:off x="15324271" y="1839937"/>
                <a:ext cx="2066645" cy="1354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600" b="1" dirty="0">
                    <a:solidFill>
                      <a:srgbClr val="FFC000"/>
                    </a:solidFill>
                  </a:rPr>
                  <a:t>Joint </a:t>
                </a:r>
              </a:p>
              <a:p>
                <a:pPr algn="ctr"/>
                <a:r>
                  <a:rPr lang="en-US" sz="2600" b="1" dirty="0">
                    <a:solidFill>
                      <a:srgbClr val="FFC000"/>
                    </a:solidFill>
                  </a:rPr>
                  <a:t>Action</a:t>
                </a:r>
              </a:p>
              <a:p>
                <a:pPr algn="ctr"/>
                <a:endParaRPr lang="en-US" sz="800" b="1" dirty="0">
                  <a:solidFill>
                    <a:srgbClr val="FFC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6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b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altLang="zh-CN" sz="26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08" name="文本框 70">
                <a:extLst>
                  <a:ext uri="{FF2B5EF4-FFF2-40B4-BE49-F238E27FC236}">
                    <a16:creationId xmlns:a16="http://schemas.microsoft.com/office/drawing/2014/main" id="{EFBED9A0-1ECC-4F93-B8CD-B9DB78AEA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4271" y="1839937"/>
                <a:ext cx="2066645" cy="1354217"/>
              </a:xfrm>
              <a:prstGeom prst="rect">
                <a:avLst/>
              </a:prstGeom>
              <a:blipFill>
                <a:blip r:embed="rId13"/>
                <a:stretch>
                  <a:fillRect t="-7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87">
                <a:extLst>
                  <a:ext uri="{FF2B5EF4-FFF2-40B4-BE49-F238E27FC236}">
                    <a16:creationId xmlns:a16="http://schemas.microsoft.com/office/drawing/2014/main" id="{74B6140D-39ED-4712-9A91-9AF1124294BA}"/>
                  </a:ext>
                </a:extLst>
              </p:cNvPr>
              <p:cNvSpPr txBox="1"/>
              <p:nvPr/>
            </p:nvSpPr>
            <p:spPr>
              <a:xfrm>
                <a:off x="18824481" y="2712338"/>
                <a:ext cx="101098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200" b="1" dirty="0"/>
                  <a:t>State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209" name="文本框 87">
                <a:extLst>
                  <a:ext uri="{FF2B5EF4-FFF2-40B4-BE49-F238E27FC236}">
                    <a16:creationId xmlns:a16="http://schemas.microsoft.com/office/drawing/2014/main" id="{74B6140D-39ED-4712-9A91-9AF112429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4481" y="2712338"/>
                <a:ext cx="1010982" cy="430887"/>
              </a:xfrm>
              <a:prstGeom prst="rect">
                <a:avLst/>
              </a:prstGeom>
              <a:blipFill>
                <a:blip r:embed="rId14"/>
                <a:stretch>
                  <a:fillRect l="-7229" t="-9859" b="-2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88">
                <a:extLst>
                  <a:ext uri="{FF2B5EF4-FFF2-40B4-BE49-F238E27FC236}">
                    <a16:creationId xmlns:a16="http://schemas.microsoft.com/office/drawing/2014/main" id="{6A13014A-FCD0-4C32-8944-AE93F606DA90}"/>
                  </a:ext>
                </a:extLst>
              </p:cNvPr>
              <p:cNvSpPr txBox="1"/>
              <p:nvPr/>
            </p:nvSpPr>
            <p:spPr>
              <a:xfrm>
                <a:off x="18670530" y="1857866"/>
                <a:ext cx="13188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200" b="1" dirty="0"/>
                  <a:t>Joint </a:t>
                </a:r>
              </a:p>
              <a:p>
                <a:pPr algn="ctr"/>
                <a:r>
                  <a:rPr lang="en-US" sz="2200" b="1" dirty="0"/>
                  <a:t>Reward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</m:oMath>
                </a14:m>
                <a:endParaRPr lang="en-US" sz="2600" b="1" dirty="0"/>
              </a:p>
            </p:txBody>
          </p:sp>
        </mc:Choice>
        <mc:Fallback xmlns="">
          <p:sp>
            <p:nvSpPr>
              <p:cNvPr id="210" name="文本框 88">
                <a:extLst>
                  <a:ext uri="{FF2B5EF4-FFF2-40B4-BE49-F238E27FC236}">
                    <a16:creationId xmlns:a16="http://schemas.microsoft.com/office/drawing/2014/main" id="{6A13014A-FCD0-4C32-8944-AE93F606D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0530" y="1857866"/>
                <a:ext cx="1318887" cy="830997"/>
              </a:xfrm>
              <a:prstGeom prst="rect">
                <a:avLst/>
              </a:prstGeom>
              <a:blipFill>
                <a:blip r:embed="rId15"/>
                <a:stretch>
                  <a:fillRect l="-5556" t="-5147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8BBE7701-CF5F-46F5-B8D4-7D84C95A40B4}"/>
              </a:ext>
            </a:extLst>
          </p:cNvPr>
          <p:cNvSpPr txBox="1"/>
          <p:nvPr/>
        </p:nvSpPr>
        <p:spPr>
          <a:xfrm>
            <a:off x="8987135" y="-677879"/>
            <a:ext cx="461665" cy="4571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1B4E9A-5E5E-4A5B-936A-58885AED7C32}"/>
              </a:ext>
            </a:extLst>
          </p:cNvPr>
          <p:cNvSpPr txBox="1"/>
          <p:nvPr/>
        </p:nvSpPr>
        <p:spPr>
          <a:xfrm>
            <a:off x="1410202" y="1483495"/>
            <a:ext cx="535724" cy="2431756"/>
          </a:xfrm>
          <a:prstGeom prst="rect">
            <a:avLst/>
          </a:prstGeom>
          <a:solidFill>
            <a:srgbClr val="6D8DAA"/>
          </a:solidFill>
        </p:spPr>
        <p:txBody>
          <a:bodyPr wrap="none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600" b="1" dirty="0">
                <a:solidFill>
                  <a:srgbClr val="FFC000"/>
                </a:solidFill>
              </a:rPr>
              <a:t>RL</a:t>
            </a:r>
          </a:p>
          <a:p>
            <a:pPr>
              <a:lnSpc>
                <a:spcPts val="2600"/>
              </a:lnSpc>
            </a:pPr>
            <a:r>
              <a:rPr lang="zh-CN" altLang="en-US" sz="2600" b="1" dirty="0">
                <a:solidFill>
                  <a:srgbClr val="FFC000"/>
                </a:solidFill>
              </a:rPr>
              <a:t>决</a:t>
            </a:r>
            <a:endParaRPr lang="en-US" altLang="zh-CN" sz="2600" b="1" dirty="0">
              <a:solidFill>
                <a:srgbClr val="FFC000"/>
              </a:solidFill>
            </a:endParaRPr>
          </a:p>
          <a:p>
            <a:pPr>
              <a:lnSpc>
                <a:spcPts val="2600"/>
              </a:lnSpc>
            </a:pPr>
            <a:r>
              <a:rPr lang="zh-CN" altLang="en-US" sz="2600" b="1" dirty="0">
                <a:solidFill>
                  <a:srgbClr val="FFC000"/>
                </a:solidFill>
              </a:rPr>
              <a:t>策</a:t>
            </a:r>
            <a:endParaRPr lang="en-US" altLang="zh-CN" sz="2600" b="1" dirty="0">
              <a:solidFill>
                <a:srgbClr val="FFC000"/>
              </a:solidFill>
            </a:endParaRPr>
          </a:p>
          <a:p>
            <a:pPr>
              <a:lnSpc>
                <a:spcPts val="2600"/>
              </a:lnSpc>
            </a:pPr>
            <a:endParaRPr lang="en-US" altLang="zh-CN" sz="2600" b="1" dirty="0">
              <a:solidFill>
                <a:srgbClr val="FFC000"/>
              </a:solidFill>
            </a:endParaRPr>
          </a:p>
          <a:p>
            <a:pPr>
              <a:lnSpc>
                <a:spcPts val="2600"/>
              </a:lnSpc>
            </a:pPr>
            <a:r>
              <a:rPr lang="en-US" altLang="zh-CN" sz="2600" b="1" dirty="0">
                <a:solidFill>
                  <a:srgbClr val="FFC000"/>
                </a:solidFill>
              </a:rPr>
              <a:t>DL</a:t>
            </a:r>
          </a:p>
          <a:p>
            <a:pPr>
              <a:lnSpc>
                <a:spcPts val="2600"/>
              </a:lnSpc>
            </a:pPr>
            <a:r>
              <a:rPr lang="zh-CN" altLang="en-US" sz="2600" b="1" dirty="0">
                <a:solidFill>
                  <a:srgbClr val="FFC000"/>
                </a:solidFill>
              </a:rPr>
              <a:t>感</a:t>
            </a:r>
            <a:endParaRPr lang="en-US" altLang="zh-CN" sz="2600" b="1" dirty="0">
              <a:solidFill>
                <a:srgbClr val="FFC000"/>
              </a:solidFill>
            </a:endParaRPr>
          </a:p>
          <a:p>
            <a:pPr>
              <a:lnSpc>
                <a:spcPts val="2600"/>
              </a:lnSpc>
            </a:pPr>
            <a:r>
              <a:rPr lang="zh-CN" altLang="en-US" sz="2600" b="1" dirty="0">
                <a:solidFill>
                  <a:srgbClr val="FFC000"/>
                </a:solidFill>
              </a:rPr>
              <a:t>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51">
                <a:extLst>
                  <a:ext uri="{FF2B5EF4-FFF2-40B4-BE49-F238E27FC236}">
                    <a16:creationId xmlns:a16="http://schemas.microsoft.com/office/drawing/2014/main" id="{C96A6D40-6E33-40DF-B137-97DB837C36E1}"/>
                  </a:ext>
                </a:extLst>
              </p:cNvPr>
              <p:cNvSpPr txBox="1"/>
              <p:nvPr/>
            </p:nvSpPr>
            <p:spPr>
              <a:xfrm>
                <a:off x="12404913" y="1574429"/>
                <a:ext cx="3814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5" name="文本框 51">
                <a:extLst>
                  <a:ext uri="{FF2B5EF4-FFF2-40B4-BE49-F238E27FC236}">
                    <a16:creationId xmlns:a16="http://schemas.microsoft.com/office/drawing/2014/main" id="{C96A6D40-6E33-40DF-B137-97DB837C3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913" y="1574429"/>
                <a:ext cx="381450" cy="369332"/>
              </a:xfrm>
              <a:prstGeom prst="rect">
                <a:avLst/>
              </a:prstGeom>
              <a:blipFill>
                <a:blip r:embed="rId16"/>
                <a:stretch>
                  <a:fillRect l="-11111" r="-7937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52">
                <a:extLst>
                  <a:ext uri="{FF2B5EF4-FFF2-40B4-BE49-F238E27FC236}">
                    <a16:creationId xmlns:a16="http://schemas.microsoft.com/office/drawing/2014/main" id="{0A1C5B81-EAC8-48EE-871C-002D6A3A198D}"/>
                  </a:ext>
                </a:extLst>
              </p:cNvPr>
              <p:cNvSpPr txBox="1"/>
              <p:nvPr/>
            </p:nvSpPr>
            <p:spPr>
              <a:xfrm>
                <a:off x="12404336" y="1932643"/>
                <a:ext cx="38145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6" name="文本框 52">
                <a:extLst>
                  <a:ext uri="{FF2B5EF4-FFF2-40B4-BE49-F238E27FC236}">
                    <a16:creationId xmlns:a16="http://schemas.microsoft.com/office/drawing/2014/main" id="{0A1C5B81-EAC8-48EE-871C-002D6A3A1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336" y="1932643"/>
                <a:ext cx="381450" cy="369332"/>
              </a:xfrm>
              <a:prstGeom prst="rect">
                <a:avLst/>
              </a:prstGeom>
              <a:blipFill>
                <a:blip r:embed="rId17"/>
                <a:stretch>
                  <a:fillRect l="-12903" r="-11290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51">
                <a:extLst>
                  <a:ext uri="{FF2B5EF4-FFF2-40B4-BE49-F238E27FC236}">
                    <a16:creationId xmlns:a16="http://schemas.microsoft.com/office/drawing/2014/main" id="{1B17EE13-BACC-41A2-A4F8-8ECC4D6B37DF}"/>
                  </a:ext>
                </a:extLst>
              </p:cNvPr>
              <p:cNvSpPr txBox="1"/>
              <p:nvPr/>
            </p:nvSpPr>
            <p:spPr>
              <a:xfrm>
                <a:off x="12420752" y="2747433"/>
                <a:ext cx="3301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7" name="文本框 51">
                <a:extLst>
                  <a:ext uri="{FF2B5EF4-FFF2-40B4-BE49-F238E27FC236}">
                    <a16:creationId xmlns:a16="http://schemas.microsoft.com/office/drawing/2014/main" id="{1B17EE13-BACC-41A2-A4F8-8ECC4D6B3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752" y="2747433"/>
                <a:ext cx="330154" cy="369332"/>
              </a:xfrm>
              <a:prstGeom prst="rect">
                <a:avLst/>
              </a:prstGeom>
              <a:blipFill>
                <a:blip r:embed="rId18"/>
                <a:stretch>
                  <a:fillRect l="-12963" r="-1111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52">
                <a:extLst>
                  <a:ext uri="{FF2B5EF4-FFF2-40B4-BE49-F238E27FC236}">
                    <a16:creationId xmlns:a16="http://schemas.microsoft.com/office/drawing/2014/main" id="{AB4C6E5A-4D58-4183-8806-F550D7574A37}"/>
                  </a:ext>
                </a:extLst>
              </p:cNvPr>
              <p:cNvSpPr txBox="1"/>
              <p:nvPr/>
            </p:nvSpPr>
            <p:spPr>
              <a:xfrm>
                <a:off x="12404336" y="3143225"/>
                <a:ext cx="38145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8" name="文本框 52">
                <a:extLst>
                  <a:ext uri="{FF2B5EF4-FFF2-40B4-BE49-F238E27FC236}">
                    <a16:creationId xmlns:a16="http://schemas.microsoft.com/office/drawing/2014/main" id="{AB4C6E5A-4D58-4183-8806-F550D7574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336" y="3143225"/>
                <a:ext cx="381450" cy="369332"/>
              </a:xfrm>
              <a:prstGeom prst="rect">
                <a:avLst/>
              </a:prstGeom>
              <a:blipFill>
                <a:blip r:embed="rId19"/>
                <a:stretch>
                  <a:fillRect l="-6452" r="-483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51">
                <a:extLst>
                  <a:ext uri="{FF2B5EF4-FFF2-40B4-BE49-F238E27FC236}">
                    <a16:creationId xmlns:a16="http://schemas.microsoft.com/office/drawing/2014/main" id="{F281D6BB-E464-4722-85CE-0279D93F9FD3}"/>
                  </a:ext>
                </a:extLst>
              </p:cNvPr>
              <p:cNvSpPr txBox="1"/>
              <p:nvPr/>
            </p:nvSpPr>
            <p:spPr>
              <a:xfrm>
                <a:off x="12417743" y="3916211"/>
                <a:ext cx="41671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9" name="文本框 51">
                <a:extLst>
                  <a:ext uri="{FF2B5EF4-FFF2-40B4-BE49-F238E27FC236}">
                    <a16:creationId xmlns:a16="http://schemas.microsoft.com/office/drawing/2014/main" id="{F281D6BB-E464-4722-85CE-0279D93F9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7743" y="3916211"/>
                <a:ext cx="416717" cy="369332"/>
              </a:xfrm>
              <a:prstGeom prst="rect">
                <a:avLst/>
              </a:prstGeom>
              <a:blipFill>
                <a:blip r:embed="rId20"/>
                <a:stretch>
                  <a:fillRect l="-10294" r="-8824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52">
                <a:extLst>
                  <a:ext uri="{FF2B5EF4-FFF2-40B4-BE49-F238E27FC236}">
                    <a16:creationId xmlns:a16="http://schemas.microsoft.com/office/drawing/2014/main" id="{36B6C70D-29B5-4BF9-88F8-6A10742509B5}"/>
                  </a:ext>
                </a:extLst>
              </p:cNvPr>
              <p:cNvSpPr txBox="1"/>
              <p:nvPr/>
            </p:nvSpPr>
            <p:spPr>
              <a:xfrm>
                <a:off x="12417166" y="4312003"/>
                <a:ext cx="38145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559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9119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3679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8239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27987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73585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19182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64780" algn="l" defTabSz="691195" rtl="0" eaLnBrk="1" latinLnBrk="0" hangingPunct="1">
                  <a:defRPr sz="136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0" name="文本框 52">
                <a:extLst>
                  <a:ext uri="{FF2B5EF4-FFF2-40B4-BE49-F238E27FC236}">
                    <a16:creationId xmlns:a16="http://schemas.microsoft.com/office/drawing/2014/main" id="{36B6C70D-29B5-4BF9-88F8-6A1074250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7166" y="4312003"/>
                <a:ext cx="381450" cy="369332"/>
              </a:xfrm>
              <a:prstGeom prst="rect">
                <a:avLst/>
              </a:prstGeom>
              <a:blipFill>
                <a:blip r:embed="rId21"/>
                <a:stretch>
                  <a:fillRect l="-17460" r="-14286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圆角矩形 151">
            <a:extLst>
              <a:ext uri="{FF2B5EF4-FFF2-40B4-BE49-F238E27FC236}">
                <a16:creationId xmlns:a16="http://schemas.microsoft.com/office/drawing/2014/main" id="{9911AFB7-57CF-4B56-B1BC-D5D7F86439AF}"/>
              </a:ext>
            </a:extLst>
          </p:cNvPr>
          <p:cNvSpPr/>
          <p:nvPr/>
        </p:nvSpPr>
        <p:spPr>
          <a:xfrm>
            <a:off x="16977322" y="1024738"/>
            <a:ext cx="1564570" cy="3324228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5597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91195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36792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82390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27987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73585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19182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64780" algn="l" defTabSz="691195" rtl="0" eaLnBrk="1" latinLnBrk="0" hangingPunct="1">
              <a:defRPr sz="136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chemeClr val="tx1"/>
                </a:solidFill>
              </a:rPr>
              <a:t>环</a:t>
            </a: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境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ENV</a:t>
            </a:r>
          </a:p>
        </p:txBody>
      </p:sp>
    </p:spTree>
    <p:extLst>
      <p:ext uri="{BB962C8B-B14F-4D97-AF65-F5344CB8AC3E}">
        <p14:creationId xmlns:p14="http://schemas.microsoft.com/office/powerpoint/2010/main" val="348813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44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wei</cp:lastModifiedBy>
  <cp:revision>33</cp:revision>
  <dcterms:created xsi:type="dcterms:W3CDTF">2019-01-30T14:24:59Z</dcterms:created>
  <dcterms:modified xsi:type="dcterms:W3CDTF">2022-11-03T04:44:19Z</dcterms:modified>
</cp:coreProperties>
</file>